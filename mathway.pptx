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12" r:id="rId5"/>
    <p:sldId id="304" r:id="rId6"/>
    <p:sldId id="281" r:id="rId7"/>
    <p:sldId id="323" r:id="rId8"/>
    <p:sldId id="282" r:id="rId9"/>
    <p:sldId id="324" r:id="rId10"/>
    <p:sldId id="297" r:id="rId11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152" d="100"/>
          <a:sy n="152" d="100"/>
        </p:scale>
        <p:origin x="666" y="13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4A819-6696-BB86-8F8D-753CF18EB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5E62DFC-B922-C2C6-B11A-E8126D981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E9584CC-9D2E-9207-26C7-B0D49F40E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0335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39555-FF42-3607-96BB-8976F896C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96A0128-A11D-2DC8-D21A-A52E0339D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9ECA861-26B2-00F4-7FCD-61B91C99A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16940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3029" y="681071"/>
            <a:ext cx="7510692" cy="4066800"/>
          </a:xfrm>
        </p:spPr>
        <p:txBody>
          <a:bodyPr rtlCol="0" anchor="ctr"/>
          <a:lstStyle>
            <a:defPPr>
              <a:defRPr lang="ru-RU"/>
            </a:defPPr>
          </a:lstStyle>
          <a:p>
            <a:pPr rtl="0"/>
            <a:r>
              <a:rPr lang="en-US" sz="4400" dirty="0"/>
              <a:t>MATHWAY WEB</a:t>
            </a:r>
            <a:br>
              <a:rPr lang="ru-RU" dirty="0"/>
            </a:br>
            <a:br>
              <a:rPr lang="ru-RU" dirty="0"/>
            </a:br>
            <a:r>
              <a:rPr lang="en-US" sz="2000" dirty="0" err="1">
                <a:cs typeface="Arial" panose="020B0604020202020204" pitchFamily="34" charset="0"/>
              </a:rPr>
              <a:t>mathway.space</a:t>
            </a:r>
            <a:endParaRPr lang="ru-RU" sz="2000" dirty="0"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C25C3-1F05-5DCC-2E89-0F765BF1DF3B}"/>
              </a:ext>
            </a:extLst>
          </p:cNvPr>
          <p:cNvSpPr txBox="1"/>
          <p:nvPr/>
        </p:nvSpPr>
        <p:spPr>
          <a:xfrm>
            <a:off x="4758724" y="5446133"/>
            <a:ext cx="26745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+mj-lt"/>
              </a:rPr>
              <a:t>Авторы: </a:t>
            </a:r>
          </a:p>
          <a:p>
            <a:r>
              <a:rPr lang="ru-RU" dirty="0" err="1">
                <a:solidFill>
                  <a:schemeClr val="bg1"/>
                </a:solidFill>
                <a:latin typeface="+mj-lt"/>
              </a:rPr>
              <a:t>Судибор</a:t>
            </a:r>
            <a:r>
              <a:rPr lang="ru-RU" dirty="0">
                <a:solidFill>
                  <a:schemeClr val="bg1"/>
                </a:solidFill>
                <a:latin typeface="+mj-lt"/>
              </a:rPr>
              <a:t> Михаил</a:t>
            </a:r>
          </a:p>
          <a:p>
            <a:r>
              <a:rPr lang="ru-RU" dirty="0">
                <a:solidFill>
                  <a:schemeClr val="bg1"/>
                </a:solidFill>
                <a:latin typeface="+mj-lt"/>
              </a:rPr>
              <a:t>Ланкин Арсений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BF060D-EE1F-BC78-29B9-FBD308A00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068" y="1486977"/>
            <a:ext cx="6463862" cy="132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687600"/>
            <a:ext cx="4489704" cy="72325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ИДЕЯ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84" y="3050202"/>
            <a:ext cx="7095744" cy="3432893"/>
          </a:xfrm>
        </p:spPr>
        <p:txBody>
          <a:bodyPr rtlCol="0">
            <a:normAutofit fontScale="77500" lnSpcReduction="20000"/>
          </a:bodyPr>
          <a:lstStyle>
            <a:defPPr>
              <a:defRPr lang="ru-RU"/>
            </a:defPPr>
          </a:lstStyle>
          <a:p>
            <a:r>
              <a:rPr lang="ru-RU" dirty="0">
                <a:latin typeface="+mj-lt"/>
              </a:rPr>
              <a:t>Основной функционал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Регистрация и авторизация пользователей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Подтверждение электронной почты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Создание тестов и вариантов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Проверка ответов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Подсчёт статистики пользователя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Загрузка изображений на сервер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REST API для получения заданий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Хранение данных в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SQLite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2</a:t>
            </a:fld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751AC-F16C-49B2-A82A-1FCCE534372F}"/>
              </a:ext>
            </a:extLst>
          </p:cNvPr>
          <p:cNvSpPr txBox="1"/>
          <p:nvPr/>
        </p:nvSpPr>
        <p:spPr>
          <a:xfrm>
            <a:off x="557784" y="1410855"/>
            <a:ext cx="61036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  <a:t>Mathway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  <a:t> Web — это веб-приложение для подготовки к тестовой части ЕГЭ по профильной математике.</a:t>
            </a:r>
          </a:p>
          <a:p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</a:rPr>
              <a:t>Пользователь может зарегистрироваться, войти в аккаунт, решать задания по темам и  создавать полноценные варианты.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5259554" cy="118057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Используемые технологии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57375"/>
            <a:ext cx="5924550" cy="4391025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Бекенд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Flask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Flask-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SQLAlchemy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Flask-Login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Flask-Mail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sqlite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Фронтенд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HTML/CSS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Bootstrap</a:t>
            </a:r>
          </a:p>
          <a:p>
            <a:br>
              <a:rPr lang="ru-RU" dirty="0"/>
            </a:b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3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25313" r="25313"/>
          <a:stretch/>
        </p:blipFill>
        <p:spPr>
          <a:xfrm>
            <a:off x="7414194" y="410780"/>
            <a:ext cx="4344695" cy="6447220"/>
          </a:xfrm>
          <a:solidFill>
            <a:schemeClr val="accent3">
              <a:alpha val="6000"/>
            </a:schemeClr>
          </a:solidFill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45F27-10A8-348D-8143-A3618C23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1C882-F51F-B904-8AFF-10D7E3DAC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5259554" cy="118057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REST API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B624F2-1D23-00EA-671C-397A1F9B8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57375"/>
            <a:ext cx="4540469" cy="595739"/>
          </a:xfrm>
        </p:spPr>
        <p:txBody>
          <a:bodyPr rtlCol="0">
            <a:normAutofit fontScale="92500" lnSpcReduction="20000"/>
          </a:bodyPr>
          <a:lstStyle>
            <a:defPPr>
              <a:defRPr lang="ru-RU"/>
            </a:defPPr>
          </a:lstStyle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Для получения задания в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D2F88B-05B2-25F2-4D36-BE006D3B5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156" y="754971"/>
            <a:ext cx="6400800" cy="5677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5E376E-AC8F-A023-5390-9DE385D185AD}"/>
              </a:ext>
            </a:extLst>
          </p:cNvPr>
          <p:cNvSpPr txBox="1"/>
          <p:nvPr/>
        </p:nvSpPr>
        <p:spPr>
          <a:xfrm>
            <a:off x="914400" y="2408971"/>
            <a:ext cx="29071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СТРУКТУРА БАЗЫ ДАННЫХ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A4A0EE1-325D-DB63-B311-35536D4EC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33730"/>
            <a:ext cx="3559512" cy="209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015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154" y="502328"/>
            <a:ext cx="7965461" cy="99416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39463" y="1541621"/>
            <a:ext cx="7965460" cy="3497698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Для оформления использован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Bootstrap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Сайт адаптирован под разные размеры экрана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5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3DE030-2480-604B-984F-A2F6DF0DF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261" y="2563172"/>
            <a:ext cx="7442963" cy="396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ECB34-DD1D-ECA2-2EFD-EF4D94E24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E13E16-493E-67A4-651B-6028C148C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5259554" cy="118057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ХОСТИНГ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848DCB-BF5B-304E-4B39-13552668A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57375"/>
            <a:ext cx="5924550" cy="4391025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br>
              <a:rPr lang="ru-RU" dirty="0"/>
            </a:b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B6E8D6-E4FD-746F-0735-B91C2BB6633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3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25313" r="25313"/>
          <a:stretch/>
        </p:blipFill>
        <p:spPr>
          <a:xfrm>
            <a:off x="7414194" y="410780"/>
            <a:ext cx="4344695" cy="6447220"/>
          </a:xfrm>
          <a:solidFill>
            <a:schemeClr val="accent3">
              <a:alpha val="6000"/>
            </a:schemeClr>
          </a:solidFill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4F5B24-EC95-C486-1003-33E4B758B216}"/>
              </a:ext>
            </a:extLst>
          </p:cNvPr>
          <p:cNvSpPr txBox="1"/>
          <p:nvPr/>
        </p:nvSpPr>
        <p:spPr>
          <a:xfrm>
            <a:off x="914400" y="2207173"/>
            <a:ext cx="45783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Сайт размещен на сервер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 Ubuntu 24.04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 использованием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GIT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Flask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Также к серверу подключен собственный домен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mathway.space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67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342900"/>
            <a:ext cx="4010024" cy="195755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Заключение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456" y="2676295"/>
            <a:ext cx="5819776" cy="2297808"/>
          </a:xfrm>
        </p:spPr>
        <p:txBody>
          <a:bodyPr rtlCol="0">
            <a:normAutofit fontScale="92500" lnSpcReduction="10000"/>
          </a:bodyPr>
          <a:lstStyle>
            <a:defPPr>
              <a:defRPr lang="ru-RU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Arial Black" panose="020B0A04020102020204" pitchFamily="34" charset="0"/>
              </a:rPr>
              <a:t>В ходе проекта был разработан полноценный веб-сайт для подготовки к ЕГЭ с системой аккаунтов, базой заданий и автоматической проверкой ответов</a:t>
            </a:r>
            <a:br>
              <a:rPr lang="ru-RU" dirty="0">
                <a:latin typeface="Arial Black" panose="020B0A04020102020204" pitchFamily="34" charset="0"/>
              </a:rPr>
            </a:br>
            <a:endParaRPr lang="ru-RU" dirty="0"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www.w3.org/XML/1998/namespace"/>
    <ds:schemaRef ds:uri="71af3243-3dd4-4a8d-8c0d-dd76da1f02a5"/>
    <ds:schemaRef ds:uri="16c05727-aa75-4e4a-9b5f-8a80a1165891"/>
    <ds:schemaRef ds:uri="http://schemas.microsoft.com/sharepoint/v3"/>
    <ds:schemaRef ds:uri="http://purl.org/dc/elements/1.1/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{C5EB4961-2B94-4521-83CD-D068FEE5E496}tf78438558_win32</Template>
  <TotalTime>126</TotalTime>
  <Words>166</Words>
  <Application>Microsoft Office PowerPoint</Application>
  <PresentationFormat>Широкоэкранный</PresentationFormat>
  <Paragraphs>43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Times new Roman</vt:lpstr>
      <vt:lpstr>Пользовательская</vt:lpstr>
      <vt:lpstr>MATHWAY WEB  mathway.space</vt:lpstr>
      <vt:lpstr>ИДЕЯ ПРОЕКТА</vt:lpstr>
      <vt:lpstr>Используемые технологии</vt:lpstr>
      <vt:lpstr>REST API</vt:lpstr>
      <vt:lpstr>ИНТЕРФЕЙС</vt:lpstr>
      <vt:lpstr>ХОСТИНГ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Arseniy lankin</dc:creator>
  <cp:lastModifiedBy>Arseniy Lankin</cp:lastModifiedBy>
  <cp:revision>5</cp:revision>
  <dcterms:created xsi:type="dcterms:W3CDTF">2025-04-10T13:37:36Z</dcterms:created>
  <dcterms:modified xsi:type="dcterms:W3CDTF">2026-05-07T20:40:09Z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